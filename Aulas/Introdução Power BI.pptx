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sldIdLst>
    <p:sldId id="263" r:id="rId5"/>
    <p:sldId id="259" r:id="rId6"/>
    <p:sldId id="264" r:id="rId7"/>
    <p:sldId id="256" r:id="rId8"/>
    <p:sldId id="265" r:id="rId9"/>
    <p:sldId id="266" r:id="rId10"/>
    <p:sldId id="258" r:id="rId11"/>
    <p:sldId id="260" r:id="rId12"/>
    <p:sldId id="267" r:id="rId13"/>
    <p:sldId id="261" r:id="rId14"/>
    <p:sldId id="268" r:id="rId15"/>
    <p:sldId id="269" r:id="rId16"/>
    <p:sldId id="270" r:id="rId17"/>
  </p:sldIdLst>
  <p:sldSz cx="9144000" cy="6858000" type="screen4x3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-1416" y="-9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121195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618052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02825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1999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5158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080030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0558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6052071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3782968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536316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748584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9247A-F4BE-4476-B5C6-6F2808235F74}" type="datetimeFigureOut">
              <a:rPr lang="pt-BR" smtClean="0"/>
              <a:t>10/08/2024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7B59B6D-B6FC-424C-8308-6EA3CCC91E75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626241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0" y="205363"/>
            <a:ext cx="8229600" cy="778098"/>
          </a:xfrm>
        </p:spPr>
        <p:txBody>
          <a:bodyPr/>
          <a:lstStyle/>
          <a:p>
            <a:r>
              <a:rPr lang="pt-BR" dirty="0"/>
              <a:t>Introdução</a:t>
            </a:r>
          </a:p>
        </p:txBody>
      </p:sp>
      <p:pic>
        <p:nvPicPr>
          <p:cNvPr id="4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033804"/>
            <a:ext cx="8424936" cy="527551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8396010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14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287" y="469641"/>
            <a:ext cx="7591425" cy="421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614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1008" y="4840933"/>
            <a:ext cx="7534275" cy="1304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5723924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7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260648"/>
            <a:ext cx="8208912" cy="3600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4076438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1668" y="2047183"/>
            <a:ext cx="6408563" cy="280451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ítulo 1"/>
          <p:cNvSpPr txBox="1">
            <a:spLocks/>
          </p:cNvSpPr>
          <p:nvPr/>
        </p:nvSpPr>
        <p:spPr>
          <a:xfrm>
            <a:off x="457200" y="274638"/>
            <a:ext cx="8229600" cy="5620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85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Requisitos de Hardware e Software</a:t>
            </a:r>
          </a:p>
        </p:txBody>
      </p:sp>
      <p:sp>
        <p:nvSpPr>
          <p:cNvPr id="8" name="Título 1"/>
          <p:cNvSpPr txBox="1">
            <a:spLocks/>
          </p:cNvSpPr>
          <p:nvPr/>
        </p:nvSpPr>
        <p:spPr>
          <a:xfrm>
            <a:off x="609600" y="1022803"/>
            <a:ext cx="8229600" cy="796854"/>
          </a:xfrm>
          <a:prstGeom prst="rect">
            <a:avLst/>
          </a:prstGeom>
        </p:spPr>
        <p:txBody>
          <a:bodyPr vert="horz" lIns="91440" tIns="45720" rIns="91440" bIns="45720" rtlCol="0" anchor="ctr">
            <a:normAutofit lnSpcReduction="1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sz="1600" dirty="0"/>
              <a:t>Computador Core I3 ou CoreI5 com 8 GB RAM</a:t>
            </a:r>
          </a:p>
          <a:p>
            <a:r>
              <a:rPr lang="pt-BR" sz="1600" dirty="0"/>
              <a:t>Sistema operacional Windows 10 ou 11</a:t>
            </a:r>
          </a:p>
          <a:p>
            <a:r>
              <a:rPr lang="pt-BR" sz="1600" dirty="0"/>
              <a:t>Neste curso está sendo utilizado sistema 64 bits</a:t>
            </a:r>
          </a:p>
        </p:txBody>
      </p:sp>
    </p:spTree>
    <p:extLst>
      <p:ext uri="{BB962C8B-B14F-4D97-AF65-F5344CB8AC3E}">
        <p14:creationId xmlns:p14="http://schemas.microsoft.com/office/powerpoint/2010/main" val="35689955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332656"/>
            <a:ext cx="7632848" cy="6480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195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3528" y="980728"/>
            <a:ext cx="8640960" cy="532859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3740395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21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404664"/>
            <a:ext cx="8363272" cy="59046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563227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Instalando o Power BI</a:t>
            </a:r>
          </a:p>
        </p:txBody>
      </p:sp>
      <p:pic>
        <p:nvPicPr>
          <p:cNvPr id="205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" y="1556792"/>
            <a:ext cx="8229600" cy="47525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5894366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1"/>
          <p:cNvSpPr txBox="1">
            <a:spLocks/>
          </p:cNvSpPr>
          <p:nvPr/>
        </p:nvSpPr>
        <p:spPr>
          <a:xfrm>
            <a:off x="457200" y="298956"/>
            <a:ext cx="8229600" cy="4847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Criando conta no Power BI	</a:t>
            </a:r>
          </a:p>
        </p:txBody>
      </p:sp>
      <p:sp>
        <p:nvSpPr>
          <p:cNvPr id="5" name="Retângulo 4"/>
          <p:cNvSpPr/>
          <p:nvPr/>
        </p:nvSpPr>
        <p:spPr>
          <a:xfrm>
            <a:off x="899592" y="825266"/>
            <a:ext cx="770485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dirty="0"/>
              <a:t>https://www.microsoft.com/pt-br/power-platform/products/power-bi</a:t>
            </a:r>
          </a:p>
        </p:txBody>
      </p:sp>
      <p:pic>
        <p:nvPicPr>
          <p:cNvPr id="307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0825" y="1194598"/>
            <a:ext cx="8682038" cy="53307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3841552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Abrindo o Power BI - Inicio</a:t>
            </a:r>
          </a:p>
        </p:txBody>
      </p:sp>
      <p:pic>
        <p:nvPicPr>
          <p:cNvPr id="10242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3028" y="1600200"/>
            <a:ext cx="7797943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21411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Dicas de Bibliografia</a:t>
            </a:r>
          </a:p>
        </p:txBody>
      </p:sp>
      <p:pic>
        <p:nvPicPr>
          <p:cNvPr id="4098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3568" y="2016170"/>
            <a:ext cx="7534275" cy="11239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ítulo 1"/>
          <p:cNvSpPr txBox="1">
            <a:spLocks/>
          </p:cNvSpPr>
          <p:nvPr/>
        </p:nvSpPr>
        <p:spPr>
          <a:xfrm>
            <a:off x="609600" y="1436721"/>
            <a:ext cx="8229600" cy="51954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77500" lnSpcReduction="200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pt-BR" dirty="0"/>
              <a:t>Documentação Oficial Microsoft</a:t>
            </a: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3284984"/>
            <a:ext cx="2306216" cy="27363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415935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Laboratório 1</a:t>
            </a:r>
          </a:p>
        </p:txBody>
      </p:sp>
      <p:pic>
        <p:nvPicPr>
          <p:cNvPr id="11267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5536" y="1300763"/>
            <a:ext cx="8136904" cy="88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26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883" y="2283424"/>
            <a:ext cx="7848541" cy="40258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151684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90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404664"/>
            <a:ext cx="8496944" cy="59766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73180884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314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1700808"/>
            <a:ext cx="7050676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45123383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A5BF7130AD7F843B4E4962BEEB4F2DC" ma:contentTypeVersion="8" ma:contentTypeDescription="Create a new document." ma:contentTypeScope="" ma:versionID="58743ecde6a208e57abf75c200fc39a5">
  <xsd:schema xmlns:xsd="http://www.w3.org/2001/XMLSchema" xmlns:xs="http://www.w3.org/2001/XMLSchema" xmlns:p="http://schemas.microsoft.com/office/2006/metadata/properties" xmlns:ns2="6175c427-766f-425a-bb28-33240b1e0056" targetNamespace="http://schemas.microsoft.com/office/2006/metadata/properties" ma:root="true" ma:fieldsID="a79e7382f8f024d3c243a49b447d40a6" ns2:_="">
    <xsd:import namespace="6175c427-766f-425a-bb28-33240b1e005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175c427-766f-425a-bb28-33240b1e0056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818D7BB5-4F5A-4FCB-A28C-9F32EA320689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3CE66188-4848-44A4-BADC-6D01BCAF82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9BDFC17-8B3E-4864-AA77-F796AB4A51C7}"/>
</file>

<file path=docProps/app.xml><?xml version="1.0" encoding="utf-8"?>
<Properties xmlns="http://schemas.openxmlformats.org/officeDocument/2006/extended-properties" xmlns:vt="http://schemas.openxmlformats.org/officeDocument/2006/docPropsVTypes">
  <TotalTime>176</TotalTime>
  <Words>55</Words>
  <Application>Microsoft Office PowerPoint</Application>
  <PresentationFormat>Apresentação na tela (4:3)</PresentationFormat>
  <Paragraphs>12</Paragraphs>
  <Slides>13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4" baseType="lpstr">
      <vt:lpstr>Tema do Office</vt:lpstr>
      <vt:lpstr>Introdução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Instalando o Power BI</vt:lpstr>
      <vt:lpstr>Apresentação do PowerPoint</vt:lpstr>
      <vt:lpstr>Abrindo o Power BI - Inicio</vt:lpstr>
      <vt:lpstr>Dicas de Bibliografia</vt:lpstr>
      <vt:lpstr>Laboratório 1</vt:lpstr>
      <vt:lpstr>Apresentação do PowerPoint</vt:lpstr>
      <vt:lpstr>Apresentação do PowerPoint</vt:lpstr>
    </vt:vector>
  </TitlesOfParts>
  <Company>Placomp Sistemas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Wladimir Zuanazzi</dc:creator>
  <cp:lastModifiedBy>Wladimir Zuanazzi</cp:lastModifiedBy>
  <cp:revision>12</cp:revision>
  <dcterms:created xsi:type="dcterms:W3CDTF">2024-08-08T23:12:19Z</dcterms:created>
  <dcterms:modified xsi:type="dcterms:W3CDTF">2024-08-10T12:18:39Z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0x0101009A5BF7130AD7F843B4E4962BEEB4F2DC</vt:lpwstr>
  </property>
</Properties>
</file>