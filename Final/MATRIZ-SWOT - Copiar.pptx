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22B5C6-F089-A03C-5C37-5B1126AD5AF7}" v="7" dt="2024-10-29T18:12:21.1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UNO FELIPE DE SOUZA ARAUJO" userId="S::bruno.araujo25@fatec.sp.gov.br::23adb6dc-25d6-4055-9312-6f71f7555742" providerId="AD" clId="Web-{0022B5C6-F089-A03C-5C37-5B1126AD5AF7}"/>
    <pc:docChg chg="modSld">
      <pc:chgData name="BRUNO FELIPE DE SOUZA ARAUJO" userId="S::bruno.araujo25@fatec.sp.gov.br::23adb6dc-25d6-4055-9312-6f71f7555742" providerId="AD" clId="Web-{0022B5C6-F089-A03C-5C37-5B1126AD5AF7}" dt="2024-10-29T18:12:21.153" v="6" actId="20577"/>
      <pc:docMkLst>
        <pc:docMk/>
      </pc:docMkLst>
      <pc:sldChg chg="modSp">
        <pc:chgData name="BRUNO FELIPE DE SOUZA ARAUJO" userId="S::bruno.araujo25@fatec.sp.gov.br::23adb6dc-25d6-4055-9312-6f71f7555742" providerId="AD" clId="Web-{0022B5C6-F089-A03C-5C37-5B1126AD5AF7}" dt="2024-10-29T18:12:21.153" v="6" actId="20577"/>
        <pc:sldMkLst>
          <pc:docMk/>
          <pc:sldMk cId="2210866551" sldId="256"/>
        </pc:sldMkLst>
        <pc:spChg chg="mod">
          <ac:chgData name="BRUNO FELIPE DE SOUZA ARAUJO" userId="S::bruno.araujo25@fatec.sp.gov.br::23adb6dc-25d6-4055-9312-6f71f7555742" providerId="AD" clId="Web-{0022B5C6-F089-A03C-5C37-5B1126AD5AF7}" dt="2024-10-29T18:12:21.153" v="6" actId="20577"/>
          <ac:spMkLst>
            <pc:docMk/>
            <pc:sldMk cId="2210866551" sldId="25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29.10.2024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29.10.2024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29.10.2024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29.10.2024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29.10.2024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29.10.2024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29.10.2024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29.10.2024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29.10.2024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29.10.2024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29.10.2024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29.10.2024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563563"/>
          </a:xfrm>
        </p:spPr>
        <p:txBody>
          <a:bodyPr>
            <a:normAutofit fontScale="90000"/>
          </a:bodyPr>
          <a:lstStyle/>
          <a:p>
            <a:pPr algn="ctr"/>
            <a:r>
              <a:rPr lang="de-DE" b="1" dirty="0">
                <a:latin typeface="Arial"/>
                <a:cs typeface="Arial"/>
              </a:rPr>
              <a:t>MATRIZ SWOT</a:t>
            </a:r>
            <a:endParaRPr lang="pt-BR">
              <a:latin typeface="Arial"/>
              <a:cs typeface="Arial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body" idx="1"/>
          </p:nvPr>
        </p:nvSpPr>
        <p:spPr>
          <a:xfrm>
            <a:off x="839788" y="929323"/>
            <a:ext cx="5157787" cy="2479992"/>
          </a:xfrm>
          <a:solidFill>
            <a:schemeClr val="tx2">
              <a:lumMod val="10000"/>
              <a:lumOff val="90000"/>
            </a:schemeClr>
          </a:solidFill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ts val="1500"/>
              </a:spcBef>
            </a:pPr>
            <a:r>
              <a:rPr lang="de-DE" noProof="1">
                <a:latin typeface="Arial"/>
                <a:cs typeface="Arial"/>
              </a:rPr>
              <a:t>FORÇAS</a:t>
            </a:r>
            <a:endParaRPr lang="en-US" dirty="0"/>
          </a:p>
          <a:p>
            <a:pPr marL="342900" indent="-342900">
              <a:buChar char="•"/>
            </a:pPr>
            <a:r>
              <a:rPr lang="de-DE" sz="1600" b="0" noProof="1">
                <a:latin typeface="Arial"/>
                <a:ea typeface="+mn-lt"/>
                <a:cs typeface="+mn-lt"/>
              </a:rPr>
              <a:t>Conveniência e praticidade na reserva de quadras esportivas para esportistas;</a:t>
            </a:r>
          </a:p>
          <a:p>
            <a:pPr marL="342900" indent="-342900">
              <a:buChar char="•"/>
            </a:pPr>
            <a:r>
              <a:rPr lang="de-DE" sz="1600" b="0" noProof="1">
                <a:latin typeface="Arial"/>
                <a:ea typeface="+mn-lt"/>
                <a:cs typeface="Arial"/>
              </a:rPr>
              <a:t>Administração da agenda para os proprietários;</a:t>
            </a:r>
          </a:p>
          <a:p>
            <a:pPr marL="342900" indent="-342900">
              <a:buChar char="•"/>
            </a:pPr>
            <a:r>
              <a:rPr lang="de-DE" sz="1600" b="0" noProof="1">
                <a:solidFill>
                  <a:schemeClr val="dk1"/>
                </a:solidFill>
                <a:latin typeface="Arial"/>
                <a:cs typeface="Arial"/>
              </a:rPr>
              <a:t>Banco de dados de usuários e quadras;</a:t>
            </a:r>
          </a:p>
          <a:p>
            <a:pPr marL="342900" indent="-342900">
              <a:buChar char="•"/>
            </a:pPr>
            <a:endParaRPr lang="de-DE" sz="1600" b="0" dirty="0">
              <a:solidFill>
                <a:schemeClr val="dk1"/>
              </a:solidFill>
              <a:latin typeface="Arial"/>
              <a:cs typeface="Arial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A8A47F8-8BFB-6CBB-8C19-C2469E3758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429635"/>
            <a:ext cx="5157787" cy="2760028"/>
          </a:xfrm>
          <a:solidFill>
            <a:schemeClr val="tx2">
              <a:lumMod val="25000"/>
              <a:lumOff val="75000"/>
            </a:schemeClr>
          </a:solidFill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pt-BR" sz="2400" b="1" dirty="0">
                <a:solidFill>
                  <a:schemeClr val="bg1"/>
                </a:solidFill>
                <a:latin typeface="Arial"/>
                <a:cs typeface="Arial"/>
              </a:rPr>
              <a:t>OPORTUNIDADES</a:t>
            </a:r>
          </a:p>
          <a:p>
            <a:r>
              <a:rPr lang="pt-BR" sz="1600" dirty="0">
                <a:latin typeface="Arial"/>
                <a:cs typeface="Arial"/>
              </a:rPr>
              <a:t>Crescimento das soluções digitais no mercado brasileiro;</a:t>
            </a:r>
          </a:p>
          <a:p>
            <a:r>
              <a:rPr lang="pt-BR" sz="1600" dirty="0">
                <a:solidFill>
                  <a:srgbClr val="000000"/>
                </a:solidFill>
                <a:latin typeface="Arial"/>
                <a:cs typeface="Arial"/>
              </a:rPr>
              <a:t>Oferecer opções de planos de pagamento mensais;</a:t>
            </a:r>
          </a:p>
          <a:p>
            <a:r>
              <a:rPr lang="pt-BR" sz="1600" dirty="0">
                <a:solidFill>
                  <a:schemeClr val="dk1"/>
                </a:solidFill>
                <a:latin typeface="Arial"/>
                <a:cs typeface="Arial"/>
              </a:rPr>
              <a:t>Preocupação em ter uma vida mais saudável;</a:t>
            </a:r>
          </a:p>
          <a:p>
            <a:r>
              <a:rPr lang="pt-BR" sz="1600" dirty="0">
                <a:solidFill>
                  <a:schemeClr val="dk1"/>
                </a:solidFill>
                <a:latin typeface="Arial"/>
                <a:cs typeface="Arial"/>
              </a:rPr>
              <a:t>Aumento da tendência dos esportes em quadras de areia;</a:t>
            </a:r>
          </a:p>
          <a:p>
            <a:r>
              <a:rPr lang="pt-BR" sz="1600" dirty="0">
                <a:solidFill>
                  <a:schemeClr val="dk1"/>
                </a:solidFill>
                <a:latin typeface="Arial"/>
                <a:cs typeface="Arial"/>
              </a:rPr>
              <a:t>Utilizar o banco de dados para traçar comportamento dos usuários</a:t>
            </a:r>
          </a:p>
          <a:p>
            <a:endParaRPr lang="pt-BR" sz="16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0" indent="0">
              <a:buNone/>
            </a:pPr>
            <a:endParaRPr lang="pt-BR" sz="2400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B386E2A-BE88-66B2-1873-475F7FEDB8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31560" y="939483"/>
            <a:ext cx="5213668" cy="2479992"/>
          </a:xfrm>
          <a:solidFill>
            <a:schemeClr val="tx2">
              <a:lumMod val="25000"/>
              <a:lumOff val="75000"/>
            </a:schemeClr>
          </a:solidFill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>
                <a:solidFill>
                  <a:schemeClr val="bg1"/>
                </a:solidFill>
                <a:latin typeface="Arial"/>
                <a:cs typeface="Arial"/>
              </a:rPr>
              <a:t>FRAQUEZAS</a:t>
            </a:r>
          </a:p>
          <a:p>
            <a:pPr marL="342900" indent="-342900">
              <a:buChar char="•"/>
            </a:pPr>
            <a:r>
              <a:rPr lang="pt-BR" sz="1600" b="0" dirty="0">
                <a:latin typeface="Arial"/>
                <a:cs typeface="Arial"/>
              </a:rPr>
              <a:t>Comportamento dos esportistas em relação a reserva de quadras;</a:t>
            </a:r>
          </a:p>
          <a:p>
            <a:pPr marL="342900" indent="-342900">
              <a:buChar char="•"/>
            </a:pPr>
            <a:r>
              <a:rPr lang="pt-BR" sz="1600" b="0" dirty="0">
                <a:latin typeface="Arial"/>
                <a:cs typeface="Arial"/>
              </a:rPr>
              <a:t>Dificuldades na gestão dos serviços  terceirizados (pagamento, transporte dos produtos esportivos);</a:t>
            </a:r>
          </a:p>
          <a:p>
            <a:pPr marL="342900" indent="-342900">
              <a:buChar char="•"/>
            </a:pPr>
            <a:r>
              <a:rPr lang="pt-BR" sz="1600" b="0" dirty="0">
                <a:solidFill>
                  <a:schemeClr val="dk1"/>
                </a:solidFill>
                <a:latin typeface="Arial"/>
                <a:cs typeface="Arial"/>
              </a:rPr>
              <a:t>Taxa de reserva cobrada dos administradores para a reserva de quadras;</a:t>
            </a:r>
          </a:p>
          <a:p>
            <a:pPr marL="342900" indent="-342900">
              <a:buChar char="•"/>
            </a:pPr>
            <a:r>
              <a:rPr lang="pt-BR" sz="1600" b="0" dirty="0">
                <a:solidFill>
                  <a:schemeClr val="dk1"/>
                </a:solidFill>
                <a:latin typeface="Arial"/>
                <a:cs typeface="Arial"/>
              </a:rPr>
              <a:t>A qualidade e manutenção das quadras. </a:t>
            </a:r>
          </a:p>
          <a:p>
            <a:pPr marL="342900" indent="-342900">
              <a:buChar char="•"/>
            </a:pPr>
            <a:endParaRPr lang="pt-BR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655C4BB-EBDF-070A-9E05-BF34045AAC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41720" y="3429635"/>
            <a:ext cx="5223828" cy="2760028"/>
          </a:xfrm>
          <a:solidFill>
            <a:schemeClr val="tx2">
              <a:lumMod val="10000"/>
              <a:lumOff val="90000"/>
            </a:schemeClr>
          </a:solidFill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pt-BR" sz="2400" b="1" dirty="0">
                <a:latin typeface="Arial"/>
                <a:cs typeface="Arial"/>
              </a:rPr>
              <a:t>AMEAÇAS</a:t>
            </a:r>
          </a:p>
          <a:p>
            <a:r>
              <a:rPr lang="pt-BR" sz="1600" dirty="0">
                <a:solidFill>
                  <a:schemeClr val="dk1"/>
                </a:solidFill>
                <a:latin typeface="Arial"/>
                <a:cs typeface="Arial"/>
              </a:rPr>
              <a:t>Baixa aderência ao uso do aplicativo pelos usuários e administradores das quadras;</a:t>
            </a:r>
          </a:p>
          <a:p>
            <a:r>
              <a:rPr lang="pt-BR" sz="1600" dirty="0">
                <a:solidFill>
                  <a:schemeClr val="dk1"/>
                </a:solidFill>
                <a:latin typeface="Arial"/>
                <a:cs typeface="Arial"/>
              </a:rPr>
              <a:t>Surgimento de plataformas similares –todos os concorrentes surgiram há menos de 10 anos;</a:t>
            </a:r>
          </a:p>
          <a:p>
            <a:r>
              <a:rPr lang="pt-BR" sz="1600" dirty="0">
                <a:solidFill>
                  <a:schemeClr val="dk1"/>
                </a:solidFill>
                <a:latin typeface="Arial"/>
                <a:cs typeface="Arial"/>
              </a:rPr>
              <a:t>Procura por atividades em outros ambientes;</a:t>
            </a:r>
          </a:p>
          <a:p>
            <a:r>
              <a:rPr lang="pt-BR" sz="1600" dirty="0">
                <a:solidFill>
                  <a:schemeClr val="dk1"/>
                </a:solidFill>
                <a:latin typeface="Arial"/>
                <a:cs typeface="Arial"/>
              </a:rPr>
              <a:t>Sazonalidade da prática esportiva. </a:t>
            </a:r>
          </a:p>
          <a:p>
            <a:endParaRPr lang="pt-BR" sz="1600" dirty="0">
              <a:solidFill>
                <a:schemeClr val="dk1"/>
              </a:solidFill>
              <a:latin typeface="Arial"/>
              <a:cs typeface="Arial"/>
            </a:endParaRPr>
          </a:p>
          <a:p>
            <a:endParaRPr lang="pt-BR" sz="1600" dirty="0">
              <a:latin typeface="Arial"/>
              <a:cs typeface="Arial"/>
            </a:endParaRPr>
          </a:p>
          <a:p>
            <a:pPr marL="0" indent="0">
              <a:buNone/>
            </a:pPr>
            <a:endParaRPr lang="pt-BR" sz="2400" b="1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Tema do Office</vt:lpstr>
      <vt:lpstr>MATRIZ SWOT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122</cp:revision>
  <dcterms:created xsi:type="dcterms:W3CDTF">2024-09-23T23:34:10Z</dcterms:created>
  <dcterms:modified xsi:type="dcterms:W3CDTF">2024-10-29T18:12:24Z</dcterms:modified>
</cp:coreProperties>
</file>